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ight&#10;&#10;AI-generated content may be incorrect.">
            <a:extLst>
              <a:ext uri="{FF2B5EF4-FFF2-40B4-BE49-F238E27FC236}">
                <a16:creationId xmlns:a16="http://schemas.microsoft.com/office/drawing/2014/main" id="{94C44F52-22F8-BF99-8C0D-F6D12C9BA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490" b="36471"/>
          <a:stretch>
            <a:fillRect/>
          </a:stretch>
        </p:blipFill>
        <p:spPr>
          <a:xfrm>
            <a:off x="5271452" y="2557630"/>
            <a:ext cx="1284029" cy="1411942"/>
          </a:xfrm>
          <a:prstGeom prst="rect">
            <a:avLst/>
          </a:prstGeom>
        </p:spPr>
      </p:pic>
      <p:pic>
        <p:nvPicPr>
          <p:cNvPr id="8" name="Picture 7" descr="A close up of a light&#10;&#10;AI-generated content may be incorrect.">
            <a:extLst>
              <a:ext uri="{FF2B5EF4-FFF2-40B4-BE49-F238E27FC236}">
                <a16:creationId xmlns:a16="http://schemas.microsoft.com/office/drawing/2014/main" id="{3DCF9F3F-A824-2740-3488-C720B3FCF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333"/>
          <a:stretch>
            <a:fillRect/>
          </a:stretch>
        </p:blipFill>
        <p:spPr>
          <a:xfrm>
            <a:off x="3908818" y="2514599"/>
            <a:ext cx="1284029" cy="1445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992E63-F3AD-3EC6-6B6E-AF8F36E36B1C}"/>
              </a:ext>
            </a:extLst>
          </p:cNvPr>
          <p:cNvSpPr txBox="1"/>
          <p:nvPr/>
        </p:nvSpPr>
        <p:spPr>
          <a:xfrm>
            <a:off x="4294452" y="2206822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YPD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86857-F719-39BE-5A16-2822C0B1ED8E}"/>
              </a:ext>
            </a:extLst>
          </p:cNvPr>
          <p:cNvSpPr txBox="1"/>
          <p:nvPr/>
        </p:nvSpPr>
        <p:spPr>
          <a:xfrm>
            <a:off x="5254011" y="2197569"/>
            <a:ext cx="1324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0.25</a:t>
            </a:r>
            <a:r>
              <a:rPr lang="en-US" sz="1400" dirty="0">
                <a:latin typeface="Symbol" pitchFamily="2" charset="2"/>
              </a:rPr>
              <a:t>m</a:t>
            </a:r>
            <a:r>
              <a:rPr lang="en-US" sz="1400" dirty="0"/>
              <a:t>g/ml CPT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F696D0-B961-25E0-BD07-7F41DBD25354}"/>
              </a:ext>
            </a:extLst>
          </p:cNvPr>
          <p:cNvSpPr txBox="1"/>
          <p:nvPr/>
        </p:nvSpPr>
        <p:spPr>
          <a:xfrm>
            <a:off x="2487339" y="2557630"/>
            <a:ext cx="142147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dirty="0"/>
              <a:t>fun30</a:t>
            </a:r>
          </a:p>
          <a:p>
            <a:pPr algn="r"/>
            <a:r>
              <a:rPr lang="en-US" sz="1400" i="1" dirty="0"/>
              <a:t>fun30 sgs1</a:t>
            </a:r>
          </a:p>
          <a:p>
            <a:pPr algn="r"/>
            <a:r>
              <a:rPr lang="en-US" sz="1400" i="1" dirty="0"/>
              <a:t>fun30 exo1 sgs1</a:t>
            </a:r>
          </a:p>
          <a:p>
            <a:pPr algn="r"/>
            <a:r>
              <a:rPr lang="en-US" sz="1400" i="1" dirty="0"/>
              <a:t>fun30 exo1 sgs1</a:t>
            </a:r>
          </a:p>
          <a:p>
            <a:pPr algn="r"/>
            <a:r>
              <a:rPr lang="en-US" sz="1400" i="1" dirty="0"/>
              <a:t>exo1 sgs1</a:t>
            </a:r>
          </a:p>
          <a:p>
            <a:pPr algn="r"/>
            <a:r>
              <a:rPr lang="en-US" sz="1400" i="1" dirty="0"/>
              <a:t>exo1 sgs1</a:t>
            </a:r>
          </a:p>
          <a:p>
            <a:pPr algn="r"/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85076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Symington, Lorraine S.</dc:creator>
  <cp:lastModifiedBy>Symington, Lorraine S.</cp:lastModifiedBy>
  <cp:revision>2</cp:revision>
  <dcterms:created xsi:type="dcterms:W3CDTF">2025-09-22T21:01:25Z</dcterms:created>
  <dcterms:modified xsi:type="dcterms:W3CDTF">2025-09-22T21:08:30Z</dcterms:modified>
</cp:coreProperties>
</file>